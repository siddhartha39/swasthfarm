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914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AVINYA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86868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TEAM: ZEYOTECH   |   COLLEGE: PRANVEER SINGH INSTITUTE OF TECHNOLOGY (PSIT)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TEAM MEMBERS: Siddhartha Singh , Aviral Vishwakarma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420624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SWASTHFARM (स्वस्थफार्म) 2.0</a:t>
            </a:r>
          </a:p>
          <a:p>
            <a:pPr>
              <a:spcBef>
                <a:spcPts val="800"/>
              </a:spcBef>
              <a:defRPr sz="1600">
                <a:solidFill>
                  <a:srgbClr val="10B981"/>
                </a:solidFill>
              </a:defRPr>
            </a:pPr>
            <a:r>
              <a:t>AI-Powered Multi-Animal Farm Management, Biosecurity &amp; Statistical Analytics Platform</a:t>
            </a:r>
          </a:p>
          <a:p>
            <a:pPr>
              <a:spcBef>
                <a:spcPts val="2000"/>
              </a:spcBef>
              <a:defRPr sz="1300" b="1">
                <a:solidFill>
                  <a:srgbClr val="06B6D4"/>
                </a:solidFill>
              </a:defRPr>
            </a:pPr>
            <a:r>
              <a:t>PROBLEM STATEMENT:</a:t>
            </a:r>
          </a:p>
          <a:p>
            <a:pPr>
              <a:spcBef>
                <a:spcPts val="600"/>
              </a:spcBef>
              <a:defRPr sz="1400" i="1">
                <a:solidFill>
                  <a:srgbClr val="E2E8F0"/>
                </a:solidFill>
              </a:defRPr>
            </a:pPr>
            <a:r>
              <a:t>“How can we transition smallholder and commercial livestock farming from reactive crisis response to proactive, data-driven health monitoring, early disease anomaly detection, and bilingual AI assistance to safeguard livestock productivity and farmer income?”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120640"/>
            <a:ext cx="301752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🐄 Multi-Species 360° Care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01752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166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📈 IQR &amp; Z-Score Anomaly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5120640"/>
            <a:ext cx="301752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516636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🤖 Bilingual Kisan Mitra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• CHALLENGES IN MODERN LIVESTOCK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60020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Late Clinical Diagnosis &amp; Massive Herd Loss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Farmers detect illnesses (such as Mastitis, FMD, or Brucellosis) only after severe physical symptoms or abrupt milk crashes occur, making treatment reactive, costly, and less effective.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60020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0876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No Early-Warning Statistical Analytics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Subclinical production yield drops (-15% to -20%) go completely unnoticed amid daily fluctuations because farmers lack rolling baselines (IQR and Z-score tests).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301752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92608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Severe Climate &amp; Heat Stress Vulnerability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High Temperature-Humidity Index (THI &gt; 78) causes silent heat stress, reducing cattle lactation yield by up to 25% without automated environmental telemetry.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78892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301752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92608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Fragile Rural Connectivity &amp; Network Dead-Zones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Standard farm management software requires continuous high-speed 4G internet, failing catastrophically in rural remote cattle sheds with zero connectivity.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43484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34340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Unstructured Veterinary Records &amp; Audit Gaps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Daily morning/evening milk yields, vaccination batches, feed intake, and drug withdrawal periods are logged on scattered paper diaries or lost completely.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06240"/>
            <a:ext cx="5257800" cy="12801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434840"/>
            <a:ext cx="228600" cy="2286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343400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Language &amp; Knowledge Barrier for Farmers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Complex veterinary literature is inaccessible to rural Indian farmers who require instant, truthful advice in their native language (हिंदी &amp; English) grounded in real farm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10698480" cy="685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1">
                <a:solidFill>
                  <a:srgbClr val="10B981"/>
                </a:solidFill>
              </a:defRPr>
            </a:pPr>
            <a:r>
              <a:t>“How can we transition livestock management from reactive treatment to preventive, data-driven, and resource-aware stewardship?”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SOLUTION OVERVIEW &amp; CORE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1051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SwasthFarm (स्वस्थफार्म) 2.0 is an AI-powered multi-animal farm management, biosecurity &amp; statistical analytics platform that transitions livestock stewardship from reactive crisis treatment to proactive, data-driven resilience.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It combines offline-first local persistence, bidirectional cloud Firestore synchronization, rolling IQR anomaly detection, real-time THI heat stress intelligence, and Kisan Mitra domain-specific AI RAG in English and हिंदी.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🐄 Multi-Species 360°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Unified profile across cattle, buffaloes, sheep, goats, poultry &amp; swine. Logs daily morning/evening milk yield, butterfat %, ration DM kg, water intake, rectal temp °C, and vaccination 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56032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📈 Statistical Anomaly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3657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Calculates 30-day rolling baselines, Interquartile Range (IQR) &amp; Z-score deviation. Automatically flags subclinical yield crashes (-18.2% drop) before visible clinical symptoms emerge.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256032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🌤️ Weather &amp; THI Heat 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657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Pulls district-level ambient temperature and humidity via OpenWeatherMap. Automatically computes NRC Temperature-Humidity Index (THI) with proactive heat stress mitigation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56032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2743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🤖 Kisan Mitra AI Copilot 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365760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Zero-hallucination domain RAG assistant answering financial and clinical queries ('Which month more profit?', 'Profit badhane ke liye kya kare?') with bilingual English &amp; हिंदी NLP.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FLOW OF SOLUTION • CONTINUOUS OPERATIONAL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1148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2763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1.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Farmer &amp; Vet PWA logs morning/evening milk yields, feed DM (kg), and rectal temperature 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3712" y="1645920"/>
            <a:ext cx="4114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162763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2. Offline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031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Instant local persistence in LocalStorage (`swasth_farm_data_v2`) guarantees 100% offline shed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93024" y="1645920"/>
            <a:ext cx="4114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5944" y="162763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3. Cloud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1031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Firestore Sync Service commits bidirectional document batches to Cloud Firestore whenever connected.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31919"/>
            <a:ext cx="411480" cy="3200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1363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4. Anomaly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19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Statistical engine evaluates rolling 30d baseline using IQR &amp; Z-score, flagging -18.2% subclinical yield drops.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3712" y="3931919"/>
            <a:ext cx="41148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391363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5. Priority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389119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System auto-elevates animal status to Attention and generates urgent notifications on Executive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93024" y="3931919"/>
            <a:ext cx="41148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91363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6. Kisan Mitra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3024" y="4389119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Farmer inquires in Hindi/English; Domain RAG retrieves verified farm telemetry &amp; delivers recovery steps.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FIELD ENTRY  ➔  LOCAL SNAPSHOT  ➔  FIRESTORE SYNC  ➔  IQR DETECTION  ➔  DASHBOARD ALERT  ➔  KISAN MITRA 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PRODUCTION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Presentation /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React 18 + Vite 5 (TypeScript)</a:t>
            </a:r>
            <a:br/>
            <a:r>
              <a:t>Tailwind CSS, Lucide React Icons</a:t>
            </a:r>
            <a:br/>
            <a:r>
              <a:t>Recharts (Area, Bar, Dual-Axis Yield)</a:t>
            </a:r>
            <a:br/>
            <a:r>
              <a:t>Bilingual Localization Engine (EN / HI)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State &amp; Offline 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FarmContext &amp; AuthContext Coordinator</a:t>
            </a:r>
            <a:br/>
            <a:r>
              <a:t>LocalStorage Snapshot (`swasth_farm_data_v2`)</a:t>
            </a:r>
            <a:br/>
            <a:r>
              <a:t>Zero-connectivity offline mutation queue</a:t>
            </a:r>
            <a:br/>
            <a:r>
              <a:t>Biometric/OTP session restoration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64592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Cloud Database &amp;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05740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Google Cloud Firestore SDK v10 (TLS 1.3)</a:t>
            </a:r>
            <a:br/>
            <a:r>
              <a:t>Bidirectional onSnapshot WebSocket sync</a:t>
            </a:r>
            <a:br/>
            <a:r>
              <a:t>Atomic document batches &amp; multi-tenant rules</a:t>
            </a:r>
            <a:br/>
            <a:r>
              <a:t>Indexed sub-collections for historical audits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Analytics Microservice &amp;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Python 3.11 + FastAPI High-Throughput Worker</a:t>
            </a:r>
            <a:br/>
            <a:r>
              <a:t>NumPy, SciPy &amp; Pandas Time-Series</a:t>
            </a:r>
            <a:br/>
            <a:r>
              <a:t>IQR Outlier &amp; Z-Score Deviation Algorithms</a:t>
            </a:r>
            <a:br/>
            <a:r>
              <a:t>5-day Yield &amp; ADG Regression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9319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Environmental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OpenWeatherMap Geocoded API</a:t>
            </a:r>
            <a:br/>
            <a:r>
              <a:t>NRC Livestock Thermal Index Engine</a:t>
            </a:r>
            <a:br/>
            <a:r>
              <a:t>THI = (1.8*T + 32) - ((0.55 - 0.0055*RH)*(1.8*T - 26))</a:t>
            </a:r>
            <a:br/>
            <a:r>
              <a:t>Heat stress threshold alerts (&gt;78 THI)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749039"/>
            <a:ext cx="3456432" cy="201168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39319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Kisan Mitra AI RAG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4343399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Domain-Specific RAG Knowledge Retrieval</a:t>
            </a:r>
            <a:br/>
            <a:r>
              <a:t>Deterministic In-Memory Grounding Synthesizer</a:t>
            </a:r>
            <a:br/>
            <a:r>
              <a:t>Zero-Hallucination Veterinary &amp; Financial Logic</a:t>
            </a:r>
            <a:br/>
            <a:r>
              <a:t>Full Natural Language Processing in हिंदी/EN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43600"/>
            <a:ext cx="10698480" cy="5943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ARCHITECTURE SPECIFICATION: Conforms to Archify v2.17 Standards • In-App Interactive Topology &amp; Camera Glide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UNIQUE SELLING PROPOSITIONS (USP)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219456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IQR &amp; Z-Score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📈 Subclinical Anomaly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Detects yield crashes (-18.2%) before physical symptoms appear using statistical IQR &amp; Z-score tests against individual 30-day baselines.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46304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9312" y="1691640"/>
            <a:ext cx="219456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91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Truthful Bilingual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🤖 Zero-Hallucination Farm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546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Kisan Mitra queries live herd production records and feed expenses directly, accurately answering 'Which month more profit?' and 'Profit badhane ke liye kya kare?'.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46304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4224" y="1691640"/>
            <a:ext cx="219456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691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Preventive 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🛡️ 15-Point Biosecurity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31546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Standardized preventive checklist covering tire dip, footbaths, quarantine, and perimeter control to issue certified farm biosecurity ratings (0–100).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463040"/>
            <a:ext cx="2560320" cy="3931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89136" y="1691640"/>
            <a:ext cx="2194560" cy="365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691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Zero Network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💾 Offline-First Rural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31546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Full operation in remote cattle sheds without internet using LocalStorage snapshots; seamlessly auto-synchronizes with Cloud Firestore when reconnected.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23560"/>
            <a:ext cx="10698480" cy="868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“Healthy Animals. Efficient Resources. Sustainable Livestock.”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“स्वस्थ पशुधन, कुशल संसाधन, समृद्ध किसान।”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MATRIX &amp; FEASIBILITY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  <a:gridCol w="1645920"/>
                <a:gridCol w="164592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Platform / Solution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Multi-Species 360°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IQR Anomaly Detection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THI Heat Stress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Offline-First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Bilingual AI RAG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Traditional Paper Records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Scattered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✅ Manual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Generic Dairy Software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⚠️ Cow-only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Needs 4G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IoT Neck Collar Trackers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⚠️ Cattle only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⚠️ Proprietary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Cloud only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Govt Livestock Portals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✅ Registry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Online only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SwasthFarm 2.0 (Ours)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✅ 6 Species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✅ IQR &amp; Z-Score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✅ Live NRC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✅ 100% Offline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✅ Hindi &amp; English</a:t>
                      </a:r>
                    </a:p>
                  </a:txBody>
                  <a:tcPr>
                    <a:solidFill>
                      <a:srgbClr val="16243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FEASIBILITY &amp; DEPLOYABILITY: Built entirely on lightweight web standards (React 18 + LocalStorage + Firebase Firestore) requiring zero expensive sensor hardware to start. Can run immediately on any $80 Android smartphone across rural cooperatives.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KNOWN LIMITATIONS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⚠️ KNOWN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Manual Logging Dependency: Yield &amp; rectal temperature still require manual entry or Bluetooth digital thermometer input.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39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Short Baseline Heuristics: Animals with under 7 days of production records rely on bootstrap herd averages instead of statistical IQR.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Clinical AI Disclaimer: System indicates subclinical statistical risk but never dispenses prescription veterinary drugs (DVM supervision mandatory).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Weather Proximity: THI calculates from district-level meteorological stations; microclimate inside enclosed barns requires local ESP32 sensors.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257800" cy="493776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🚀 FUTURE ROADMAP (PLANNED WORK)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IoT ESP32 Smart-Barn Sensors: Low-cost ambient shed telemetry (temperature, humidity, ammonia NH₃, and methane CH₄ detection).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063239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Computer Vision Body Condition Scoring (BCS): Smartphone camera scan of cattle rump and spine to compute BCS (1–5) and fat mobilization.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02336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Direct Cooperative Milk-Chilling Integration: Automated API connection with Amul, Mother Dairy &amp; regional bulk milk chillers (BMC).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983480"/>
            <a:ext cx="4663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• Voice-First Hindi Interface: Whisper AI speech-to-text allowing illiterate farmers to log milk and vitals by simply speaking into the phone.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AVINYA 2026 • SWASTHFARM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RESEARCH FOUNDATION &amp; TECHNICAL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PROJECT SWASTHFARM (LIVESTOCK X) 2.0 • LIVE REPOSITORY &amp; DEPLOYMENT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GitHub Repository: https://github.com/Siddhartha39/SwasthFarm.git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Architecture Spec: https://github.com/Siddhartha39/SwasthFarm/blob/main/ARCHITECTURE.md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257800" cy="1645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🤖 AI &amp; Grounded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Domain-specific retrieval augmentation</a:t>
            </a:r>
            <a:br/>
            <a:r>
              <a:t>• Deterministic schema grounding</a:t>
            </a:r>
            <a:br/>
            <a:r>
              <a:t>• Bilingual semantic prompt formulation</a:t>
            </a:r>
            <a:br/>
            <a:r>
              <a:t>• Strict veterinary hallucination shields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834640"/>
            <a:ext cx="5257800" cy="1645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97180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📈 Statistical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3756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Tukey's Interquartile Range (IQR) outliers</a:t>
            </a:r>
            <a:br/>
            <a:r>
              <a:t>• Z-score standard deviation thresholds</a:t>
            </a:r>
            <a:br/>
            <a:r>
              <a:t>• 30-day rolling baseline moving averages</a:t>
            </a:r>
            <a:br/>
            <a:r>
              <a:t>• 5-day regression yield forecasting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5257800" cy="1645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🩺 Veterinary Clinical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NRC Temperature-Humidity Index (THI)</a:t>
            </a:r>
            <a:br/>
            <a:r>
              <a:t>• Species physiological rectal baselines</a:t>
            </a:r>
            <a:br/>
            <a:r>
              <a:t>• WHO / FAO 15-point biosecurity standards</a:t>
            </a:r>
            <a:br/>
            <a:r>
              <a:t>• Subclinical mastitis early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617720"/>
            <a:ext cx="5257800" cy="1645920"/>
          </a:xfrm>
          <a:prstGeom prst="roundRect">
            <a:avLst/>
          </a:prstGeom>
          <a:solidFill>
            <a:srgbClr val="1219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💾 Distributed Cloud &amp;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120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Google Cloud Firestore NoSQL SDK v10</a:t>
            </a:r>
            <a:br/>
            <a:r>
              <a:t>• WebSocket bidirectional listeners</a:t>
            </a:r>
            <a:br/>
            <a:r>
              <a:t>• HTML5 LocalStorage resilient snapshots</a:t>
            </a:r>
            <a:br/>
            <a:r>
              <a:t>• Offline queue with transactional sync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217920"/>
            <a:ext cx="10698480" cy="502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2636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AVINYA 2026 • TEAM ZEYOTECH (Siddhartha Singh , Aviral Vishwakarma) • PRANVEER SINGH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